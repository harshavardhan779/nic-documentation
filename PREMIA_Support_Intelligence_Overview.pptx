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PREMIA incident investigation is manual, slow and scattered across sources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FDF1E3"/>
          </a:solidFill>
          <a:ln w="12700">
            <a:solidFill>
              <a:srgbClr val="FDF1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17373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ticket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187452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651760" y="187452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FDF1E3"/>
          </a:solidFill>
          <a:ln w="12700">
            <a:solidFill>
              <a:srgbClr val="FDF1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51760" y="1874520"/>
            <a:ext cx="17373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issue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187452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187452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FDF1E3"/>
          </a:solidFill>
          <a:ln w="12700">
            <a:solidFill>
              <a:srgbClr val="FDF1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0" y="1874520"/>
            <a:ext cx="17373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PREMIA screen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187452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0" y="187452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FDF1E3"/>
          </a:solidFill>
          <a:ln w="12700">
            <a:solidFill>
              <a:srgbClr val="FDF1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0" y="1874520"/>
            <a:ext cx="17373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Form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FDF1E3"/>
          </a:solidFill>
          <a:ln w="12700">
            <a:solidFill>
              <a:srgbClr val="FDF1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926080"/>
            <a:ext cx="17373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triggers / PL/SQL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286000" y="29260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651760" y="292608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FDF1E3"/>
          </a:solidFill>
          <a:ln w="12700">
            <a:solidFill>
              <a:srgbClr val="FDF1E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51760" y="2926080"/>
            <a:ext cx="17373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dependencies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389120" y="29260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54880" y="292608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FDF1E3"/>
          </a:solidFill>
          <a:ln w="12700">
            <a:solidFill>
              <a:srgbClr val="FDF1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54880" y="2926080"/>
            <a:ext cx="17373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database logic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29260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58000" y="292608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FDF1E3"/>
          </a:solidFill>
          <a:ln w="12700">
            <a:solidFill>
              <a:srgbClr val="FDF1E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0" y="2926080"/>
            <a:ext cx="17373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root cause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spans a different source — tickets, Forms, code, database logic — and depends on manual effort.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PREMIA-specific investigation assistant — not a generic chatbot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1207008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916582" y="1828800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16582" y="1828800"/>
            <a:ext cx="1207008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incident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84525" y="1828800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84525" y="1828800"/>
            <a:ext cx="1207008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PREMIA area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52467" y="1828800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52467" y="1828800"/>
            <a:ext cx="1207008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logic &amp; dependencies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20410" y="1828800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20410" y="1828800"/>
            <a:ext cx="1207008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88352" y="1828800"/>
            <a:ext cx="1207008" cy="822960"/>
          </a:xfrm>
          <a:prstGeom prst="roundRect">
            <a:avLst>
              <a:gd name="adj" fmla="val 8889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88352" y="1828800"/>
            <a:ext cx="1207008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926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engineer gets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2918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issue is and which part of PREMIA is involved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may be happening, with the evidence behind 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check next, and whether it is runtime-confirmed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first: AI reasons from system evidence, not guesses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886200" cy="2286000"/>
          </a:xfrm>
          <a:prstGeom prst="roundRect">
            <a:avLst>
              <a:gd name="adj" fmla="val 4000"/>
            </a:avLst>
          </a:prstGeom>
          <a:solidFill>
            <a:srgbClr val="FDF1E3"/>
          </a:solidFill>
          <a:ln w="12700">
            <a:solidFill>
              <a:srgbClr val="FDF1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THIS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→ LLM guess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204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Unexplained, hard to audit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828800"/>
            <a:ext cx="3886200" cy="2286000"/>
          </a:xfrm>
          <a:prstGeom prst="roundRect">
            <a:avLst>
              <a:gd name="adj" fmla="val 4000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83480" y="20116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237744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evidence → AI reasoning → validation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35204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Explainable, auditable, repeatable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PREMIA codebase is already processed into a structured intelligence layer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57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1,091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51760" y="192024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51760" y="2057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57,753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92024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0" y="2057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138,507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0" y="2057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244,688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657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mapped: 4,379 blocks, 7,688 program units and 8,101 extracted errors.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integrating Jira ticket intelligence with this foundation.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code intelligence to a full support investigation workspace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E6F2F1"/>
          </a:solidFill>
          <a:ln w="12700">
            <a:solidFill>
              <a:srgbClr val="E6F2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Jira tickets, comments and attachments to PREMIA intelligence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91840" y="192024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6517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 RCA across Forms, logic and database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35040" y="192024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6517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validation and SME validation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 AI — PREMIA SUPPORT INTELLIGENCE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PREMIA support from manual investigation into an evidence-driven, AI-assisted workflow.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383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incident  →  PREMIA area  →  Logic &amp; dependencies  →  Evidence-backed RCA  →  Validation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2026-09-30T15:34:09Z</dcterms:created>
  <dcterms:modified xsi:type="dcterms:W3CDTF">2026-09-30T15:34:09Z</dcterms:modified>
</cp:coreProperties>
</file>